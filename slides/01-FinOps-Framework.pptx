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FinOps Framework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B294"/>
                </a:solidFill>
              </a:defRPr>
            </a:pPr>
            <a:r>
              <a:t>Cost Management, Chargeback &amp; Automated Governance with Azure APIM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</a:defRPr>
            </a:pPr>
            <a:r>
              <a:t>Azure API Management  |  AI Gateway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Architecture &amp; Chargeback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280160" cy="5943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Client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097280"/>
            <a:ext cx="146304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Azure APIM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097280"/>
            <a:ext cx="1463040" cy="59436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Azure OpenAI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11680"/>
            <a:ext cx="1463040" cy="59436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App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011680"/>
            <a:ext cx="1463040" cy="59436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Log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926080"/>
            <a:ext cx="1463040" cy="594360"/>
          </a:xfrm>
          <a:prstGeom prst="roundRect">
            <a:avLst/>
          </a:prstGeom>
          <a:solidFill>
            <a:srgbClr val="E81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Query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926080"/>
            <a:ext cx="1463040" cy="59436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Logic App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03520" y="1097280"/>
          <a:ext cx="35661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/>
                <a:gridCol w="891540"/>
                <a:gridCol w="891540"/>
                <a:gridCol w="8915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TPM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Quota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840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emit-token-metric policy → App Insights (dimension: Product ID)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KQL: (PromptTokens × InputPrice + CompletionTokens × OutputPrice) / 1000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Scheduled Alert → Logic App auto-disables subscription exceeding CostQuota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Models: gpt-4.1-mini, gpt-4.1, DeepSeek-V3.2 (all GlobalStandard)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Per-product rate limiting: azure-openai-token-limit + counter-key per subscription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Zero code changes — all cost tracking &amp; governance at the gateway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