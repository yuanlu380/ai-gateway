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Agent Service with APIM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B294"/>
                </a:solidFill>
              </a:defRPr>
            </a:pPr>
            <a:r>
              <a:t>Multi-Agent Orchestration through Azure API Management Model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Azure API Management  |  AI Gateway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Architecture &amp;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AI Foundry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097280"/>
            <a:ext cx="1463040" cy="54864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Agent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097280"/>
            <a:ext cx="164592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APIM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920240"/>
            <a:ext cx="164592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Tool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20240"/>
            <a:ext cx="1371600" cy="54864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Bing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920240"/>
            <a:ext cx="146304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Logic App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77840" y="1005840"/>
          <a:ext cx="3291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Math Tutor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Sandbox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Bing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Bing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Bing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Weather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OpenAPI Tool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APIM mock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OpenAPI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Logic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V3 Pattern: Agents use ai-gateway Foundry connection for all LLM inference through APIM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Model path: ai-gateway/gpt-4.1-mini — agents never call Azure OpenAI directly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APIM converts subscription key → managed identity Bearer token (RBAC)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emit-token-metric: 3 dimensions (Subscription ID, Client IP, API ID)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Tool APIs (Weather, Orders, Catalog) also routed through APIM with subscription keys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Single control plane: rate limiting, token tracking, logging, caching — zero agent code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