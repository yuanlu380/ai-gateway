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Token 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B294"/>
                </a:solidFill>
              </a:defRPr>
            </a:pPr>
            <a:r>
              <a:t>Protecting AI Resources with Per-Subscription Token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Azure API Management  |  AI Gateway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Client (Key 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1463040" cy="64008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Client (Key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371600"/>
            <a:ext cx="2011680" cy="10058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APIM</a:t>
            </a:r>
            <a:br/>
            <a:r>
              <a:t>llm-token-limit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1828800" cy="8229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Azure OpenAI</a:t>
            </a:r>
            <a:br/>
            <a:r>
              <a:t>gpt-4.1-mini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005840"/>
          <a:ext cx="3840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APIM Limit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Platform Limit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Granularity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sub/key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 counter-key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Custom tiers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Yes (Products)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Pre-flight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Yes (estimate)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Policy: llm-token-limit — self-contained, no App Insights required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counter-key: context.Subscription.Id — isolates each subscription’s token budget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tokens-per-minute: configurable per deployment (demo: 100 TPM/subscription)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HTTP 429 + Retry-After when budget exceeded — request never hits backend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Counter resets every 60s — no manual intervention needed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Combinable with emit-token-metric for cost visibility, or Products for tiered 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