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FinOps Framework — Cost Management &amp; Automated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128016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Client Apps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914400"/>
            <a:ext cx="1463040" cy="5486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Azure APIM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914400"/>
            <a:ext cx="1463040" cy="54864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Azure OpenAI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737360"/>
            <a:ext cx="1463040" cy="5486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App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737360"/>
            <a:ext cx="1463040" cy="548640"/>
          </a:xfrm>
          <a:prstGeom prst="round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Log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560320"/>
            <a:ext cx="1463040" cy="548640"/>
          </a:xfrm>
          <a:prstGeom prst="roundRect">
            <a:avLst/>
          </a:prstGeom>
          <a:solidFill>
            <a:srgbClr val="E81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Query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560320"/>
            <a:ext cx="1463040" cy="54864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Logic App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03520" y="914400"/>
          <a:ext cx="35661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"/>
                <a:gridCol w="891540"/>
                <a:gridCol w="891540"/>
                <a:gridCol w="8915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TPM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Quota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$15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$10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$5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3749039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emit-token-metric policy → App Insights (dimension: Product ID)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KQL cost: (PromptTokens × InputPrice + CompletionTokens × OutputPrice) / 1000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Scheduled Alert → Logic App auto-disables subscription exceeding CostQuota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Models: gpt-4.1-mini, gpt-4.1, DeepSeek-V3.2  |  Per-product rate limiting per subscription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Zero code changes — all cost tracking &amp; governance enforced at gateway layer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AI Agent Service — Multi-Agent Orchestration via APIM Model Gateway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AI Foundry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914400"/>
            <a:ext cx="1463040" cy="548640"/>
          </a:xfrm>
          <a:prstGeom prst="round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Agent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914400"/>
            <a:ext cx="1645920" cy="5486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APIM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737360"/>
            <a:ext cx="1645920" cy="5486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Tool APIs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737360"/>
            <a:ext cx="1371600" cy="54864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Bing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737360"/>
            <a:ext cx="1463040" cy="54864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Logic App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577840" y="914400"/>
          <a:ext cx="3291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Math Tutor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Code Interpreter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Sandbox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Bing Assistant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Bing Grounding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Bing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Weather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OpenAPI Tool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APIM mock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OpenAPI 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Logic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200400"/>
            <a:ext cx="8229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V3 Pattern: ai-gateway Foundry connection routes all LLM inference through APIM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Model path: ai-gateway/gpt-4.1-mini — agents never call Azure OpenAI directly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APIM converts subscription key → managed identity Bearer token (RBAC)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emit-token-metric: 3 dimensions (Subscription ID, Client IP, API ID)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Tool APIs (Weather, Orders, Catalog) also routed through APIM  |  Zero agent code changes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Token Rate Limiting — Per-Subscription Token Budgets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1463040" cy="5943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Client (Key 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920240"/>
            <a:ext cx="1463040" cy="594360"/>
          </a:xfrm>
          <a:prstGeom prst="round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Client (Key 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188720"/>
            <a:ext cx="2011680" cy="10058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APIM</a:t>
            </a:r>
            <a:br/>
            <a:r>
              <a:t>llm-token-limit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1828800" cy="73152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Azure OpenAI</a:t>
            </a:r>
            <a:br/>
            <a:r>
              <a:t>gpt-4.1-mini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0" y="914400"/>
          <a:ext cx="3840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APIM Limit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Platform Limit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Granularity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Per sub/key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Per deployment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Isolation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Per counter-key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Custom tiers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Yes (Products)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Pre-flight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Yes (estimate)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200400"/>
            <a:ext cx="8229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Policy: llm-token-limit — self-contained, no App Insights required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counter-key: context.Subscription.Id — isolates each subscription’s token budget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tokens-per-minute: configurable per deployment (demo: 100 TPM/subscription)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HTTP 429 + Retry-After when exceeded — request never hits backend, counter resets every 60s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Combinable with emit-token-metric for cost visibility, or Products for tiered limits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AI Foundry Model Gateway — Centralized AI Access &amp;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1371600" cy="548640"/>
          </a:xfrm>
          <a:prstGeom prst="round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AI Foundry</a:t>
            </a:r>
            <a:br/>
            <a:r>
              <a:t>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914400"/>
            <a:ext cx="1828800" cy="5486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APIM</a:t>
            </a:r>
            <a:br/>
            <a:r>
              <a:t>Model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777240"/>
            <a:ext cx="1645920" cy="45720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models-foundry</a:t>
            </a:r>
            <a:br/>
            <a:r>
              <a:t>(wt: 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164592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agents-foundry</a:t>
            </a:r>
            <a:br/>
            <a:r>
              <a:t>(wt: 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914400"/>
            <a:ext cx="1371600" cy="54864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gpt-4o-mini</a:t>
            </a:r>
            <a:br/>
            <a:r>
              <a:t>gpt-4.1-mini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3-Hop Authentication</a:t>
            </a:r>
          </a:p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1. Agent → APIM via ai-gateway connection (ApiKey)</a:t>
            </a:r>
          </a:p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2. APIM validates sub key → managed identity token</a:t>
            </a:r>
          </a:p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3. APIM → Cognitive Services via Bearer (RBAC)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9202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Enterprise Capabilities</a:t>
            </a:r>
          </a:p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✅ Managed identity (zero keys)</a:t>
            </a:r>
          </a:p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✅ Monitoring (App Insights)</a:t>
            </a:r>
          </a:p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✅ Rate limiting per subscription</a:t>
            </a:r>
          </a:p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✅ Semantic caching</a:t>
            </a:r>
          </a:p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✅ Circuit breaker &amp; retry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ai-gateway connection (ApiManagement, isSharedToAll) — all agents use APIM as inference endpoint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Backend pool: weight-based routing across Foundry instances (active/standby failover)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Models: gpt-4o-mini (cap 10) + gpt-4.1-mini (cap 12)  |  Agents ref: ai-gateway/gpt-4.1-mini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• IaC (Bicep): fully reproducible — add models/backends without client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